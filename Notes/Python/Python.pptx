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GitHub repos (millions)</c:v>
                </c:pt>
              </c:strCache>
            </c:strRef>
          </c:tx>
          <c:spPr>
            <a:solidFill>
              <a:srgbClr val="3776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1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Python</c:v>
                </c:pt>
                <c:pt idx="1">
                  <c:v>JavaScript</c:v>
                </c:pt>
                <c:pt idx="2">
                  <c:v>Java</c:v>
                </c:pt>
                <c:pt idx="3">
                  <c:v>C++</c:v>
                </c:pt>
                <c:pt idx="4">
                  <c:v>Go</c:v>
                </c:pt>
                <c:pt idx="5">
                  <c:v>Rust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22.5</c:v>
                </c:pt>
                <c:pt idx="1">
                  <c:v>18.8</c:v>
                </c:pt>
                <c:pt idx="2">
                  <c:v>10.199999999999999</c:v>
                </c:pt>
                <c:pt idx="3">
                  <c:v>7.5</c:v>
                </c:pt>
                <c:pt idx="4">
                  <c:v>4.8</c:v>
                </c:pt>
                <c:pt idx="5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BD-41E2-A751-D6B3269994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95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6400800" y="73152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OVERVIEW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2801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64008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language behind modern AI, data and the web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4114800"/>
            <a:ext cx="457200" cy="3657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64592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Python is and its history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85216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Python Dominates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design philosophy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64592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Syntax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code actually looks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423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8521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OOP, libraries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64592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Use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Python powers the world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85216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&amp; Resources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216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Python comes from and what makes it different</a:t>
            </a:r>
            <a:endParaRPr lang="en-US" sz="16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/>
      <p:bldP spid="2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Python?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a high-level, general-purpose programming language designed for readability and rapid development.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50592"/>
            <a:ext cx="109728" cy="45720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line by line — no compile step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182112"/>
            <a:ext cx="109728" cy="45720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Dynamically typed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declare variable types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913632"/>
            <a:ext cx="109728" cy="45720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Multi-paradigm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OOP, functional, procedural — your choice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017520" cy="32004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554480"/>
            <a:ext cx="1280160" cy="128016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10896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0" y="3383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is read more often than it is written.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94360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Python's design philosophy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brief history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7680960" cy="0"/>
          </a:xfrm>
          <a:prstGeom prst="line">
            <a:avLst/>
          </a:prstGeom>
          <a:noFill/>
          <a:ln w="2540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4440" y="2011680"/>
            <a:ext cx="182880" cy="18288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Christmas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 starts Python at CWI in the Netherlands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2011680"/>
            <a:ext cx="182880" cy="18288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0.9.0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public release with classes, exceptions, functions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77640" y="2011680"/>
            <a:ext cx="182880" cy="18288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2.0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comprehensions, garbage collection, Unicode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2011680"/>
            <a:ext cx="182880" cy="18288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redesign — broke backward compatibility for the better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2011680"/>
            <a:ext cx="182880" cy="18288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2 retired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end-of-life — Python 3 becomes the standard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92440" y="2011680"/>
            <a:ext cx="182880" cy="18288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438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World's #1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2880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language on TIOBE, GitHub, and Stack Overflow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Python Dominates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features that made it the world's #1 language</a:t>
            </a:r>
            <a:endParaRPr lang="en-US" sz="16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/>
      <p:bldP spid="2" grpId="0" animBg="1"/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reasons Python wins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Readable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reads like English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508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5196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to write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25196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code than C++ or Java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09360" y="13716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5087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Versatile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08660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AI, data, scripting, automation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Huge ecosystem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41732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400,000+ packages on PyPI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474720" y="30632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0040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519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25196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support, great docs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309360" y="30632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0040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866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708660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Windows, Mac, Linux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 animBg="1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vs other major languages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GitHub repositories using each language (millions)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63040"/>
          <a:ext cx="5486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463040"/>
            <a:ext cx="2286000" cy="3108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8368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0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leads in scientific computing, data science, and AI — fields driving the next decade of tech.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GitHub, TIOBE Index, Stack Overflow Survey 2024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Zen of Python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guiding principles that shape every Python program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3152" cy="7772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 is better than ugly.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73152" cy="7772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is better than complex.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73152" cy="7772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Readability counts.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2606040"/>
            <a:ext cx="73152" cy="7772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2606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should be one obvious way to do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73152" cy="7772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566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Errors should never pass silently.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566160"/>
            <a:ext cx="73152" cy="77724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3566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implementation is hard to explain, it's a bad idea.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yourself:  type  import this  in any Python shell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Syntax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Python code actually looks</a:t>
            </a:r>
            <a:endParaRPr lang="en-US" sz="16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/>
      <p:bldP spid="2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Python feels different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program — "Hello, World!" — in three languages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51760" cy="292608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Main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main(String[] args)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"Hello!");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651760" cy="292608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1488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"Hello!";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651760" cy="2926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print("Hello!")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syntax in one slide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37160" cy="27432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840480" cy="118872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'Ali'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95.5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137160" cy="27432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749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3840480" cy="118872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print('A')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print('B')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137160" cy="27432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840480" cy="118872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x &lt; 10: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+=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971800"/>
            <a:ext cx="137160" cy="27432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3337560"/>
            <a:ext cx="3840480" cy="118872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f'Hi, {name}!'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greet('Sara')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Python's signature feature: indentation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curly braces. No begin/end keywords. The whitespace IS the structure.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301752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languages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(score &gt; 50)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(attendance &gt; 75)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print("Pass");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print("Fail");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840480" cy="30175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 50: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attendance &gt; 75: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print("Pass")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print("Fail")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types, OOP, and the package ecosystem</a:t>
            </a:r>
            <a:endParaRPr lang="en-US" sz="16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/>
      <p:bldP spid="2" grpId="0" animBg="1"/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data types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87452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874520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280160"/>
            <a:ext cx="187452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1874520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3464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3.14159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187452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1874520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'Python'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280160"/>
            <a:ext cx="187452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12280" y="1280160"/>
            <a:ext cx="1874520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0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is_open = True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971800"/>
            <a:ext cx="187452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" y="2971800"/>
            <a:ext cx="1874520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7480" y="2971800"/>
            <a:ext cx="187452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697480" y="2971800"/>
            <a:ext cx="1874520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3464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83464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 = (4, 5)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71800"/>
            <a:ext cx="187452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1874520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9204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{'id': 1}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12280" y="2971800"/>
            <a:ext cx="187452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12280" y="2971800"/>
            <a:ext cx="1874520" cy="7315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4944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4944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= {'py', 'js'}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Object-Oriented Programming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supports all four OOP pillars natively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114800" cy="3108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gpa):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self.gpa = gpa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is_topper(self):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self.gpa &gt;= 3.7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 = Student("Sara", 3.85)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print(sara.is_topper())  # True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96596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data with behavior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624328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624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classes from existing 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328269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32826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Polymorphism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511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interface, many forms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941064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9410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4169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complexity behind simple APIs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library ecosystem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400,000+ packages on PyPI. Here are the giants.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931920" cy="9144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/ PyTorch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networks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3931920" cy="9144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37760" y="16916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/ Pandas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&amp; data analysis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560320"/>
            <a:ext cx="3931920" cy="9144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346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 / Flask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560320"/>
            <a:ext cx="3931920" cy="9144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37760" y="27432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8346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692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3611880"/>
            <a:ext cx="3931920" cy="9144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22960" y="37947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862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5448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API development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754880" y="3611880"/>
            <a:ext cx="3931920" cy="91440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937760" y="37947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8862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6928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Selenium / Requests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66928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web scraping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Use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Python actually powers the modern world</a:t>
            </a:r>
            <a:endParaRPr lang="en-US" sz="16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/>
      <p:bldP spid="2" grpId="0" animBg="1"/>
      <p:bldP spid="3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Python is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Machine Learning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Google, Meta — all train models in Python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0" y="137160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5087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7472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finance to healthcare analytics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92240" y="137160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5087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Development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30936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Reddit, Dropbox built on Python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22960" y="306324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2004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4008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malware analysis, pentesting tools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0" y="306324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320040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7472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Research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47472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NASA, CERN, drug discovery, genomics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492240" y="306324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20040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30936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&amp; Scripting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30936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scraping, system administration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 animBg="1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in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Python's influence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language on the TIOBE Index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8M+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754880" y="2514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Python developers worldwide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400K+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available on PyPI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108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75488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machine learning research uses Python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go from 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path for someone serious about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51760" cy="2926080"/>
          </a:xfrm>
          <a:prstGeom prst="rect">
            <a:avLst/>
          </a:prstGeom>
          <a:solidFill>
            <a:srgbClr val="E8EEF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syntax basics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small scripts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651760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project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 &amp; GitHub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554480"/>
            <a:ext cx="2651760" cy="292608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(Django, FastAPI)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/ ML libraries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open source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Overview &amp; Insights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6858000" y="1097280"/>
            <a:ext cx="2011680" cy="2011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371600"/>
            <a:ext cx="548640" cy="3657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journey of a thousand miles begins with a single step."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4023360"/>
            <a:ext cx="7772400" cy="36576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python.org  ·  docs.python.org  ·  realpython.com  ·  pypi.org</a:t>
            </a:r>
            <a:endParaRPr lang="en-US" sz="1200" dirty="0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1225</Words>
  <Application>Microsoft Office PowerPoint</Application>
  <PresentationFormat>On-screen Show (16:9)</PresentationFormat>
  <Paragraphs>321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A Complete Overview</dc:title>
  <dc:subject>PptxGenJS Presentation</dc:subject>
  <dc:creator>MS Application Portfolio</dc:creator>
  <cp:lastModifiedBy>Ash Afridi</cp:lastModifiedBy>
  <cp:revision>2</cp:revision>
  <dcterms:created xsi:type="dcterms:W3CDTF">2026-05-30T15:17:53Z</dcterms:created>
  <dcterms:modified xsi:type="dcterms:W3CDTF">2026-05-31T15:55:03Z</dcterms:modified>
</cp:coreProperties>
</file>